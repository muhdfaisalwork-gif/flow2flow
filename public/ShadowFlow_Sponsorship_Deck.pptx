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914400"/>
            <a:ext cx="996696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371600"/>
            <a:ext cx="9235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SHADOW FLOW • SPONSORSHIP DECK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Ecosystem Sponsorship &amp; Grant Partnerships</a:t>
            </a:r>
          </a:p>
          <a:p>
            <a:pPr>
              <a:spcAft>
                <a:spcPts val="2800"/>
              </a:spcAft>
              <a:defRPr sz="1600">
                <a:solidFill>
                  <a:srgbClr val="F1F5F9"/>
                </a:solidFill>
                <a:latin typeface="Arial"/>
              </a:defRPr>
            </a:pPr>
            <a:r>
              <a:t>Accelerating Edge-Native, Zero-Cost Workflow Automation for Developers Worldwide</a:t>
            </a:r>
          </a:p>
          <a:p>
            <a:pPr>
              <a:spcAft>
                <a:spcPts val="1400"/>
              </a:spcAft>
              <a:defRPr sz="1200">
                <a:solidFill>
                  <a:srgbClr val="10B981"/>
                </a:solidFill>
                <a:latin typeface="Arial"/>
              </a:defRPr>
            </a:pPr>
            <a:r>
              <a:t>100% n8n Workflow Interoperability  •  Sub-50ms Cloudflare Edge Runtime  •  Tri-Engine Graph Memory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Contact: sponsor@shadowflow.work  |  Live Platform: https://shadowflow.work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COMMUNITY &amp; SPONSORSHIP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Ecosystem Sponsorship &amp; Grant Partnerships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4688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  <a:latin typeface="Arial"/>
              </a:defRPr>
            </a:pPr>
            <a:r>
              <a:t>300+</a:t>
            </a:r>
          </a:p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Global Colocations</a:t>
            </a:r>
          </a:p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Cloudflare edge network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280160"/>
            <a:ext cx="24688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3716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  <a:latin typeface="Arial"/>
              </a:defRPr>
            </a:pPr>
            <a:r>
              <a:t>100%</a:t>
            </a:r>
          </a:p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n8n Compatible</a:t>
            </a:r>
          </a:p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Open JSON workflow schemas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24688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  <a:latin typeface="Arial"/>
              </a:defRPr>
            </a:pPr>
            <a:r>
              <a:t>3 Engines</a:t>
            </a:r>
          </a:p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Graph Memory</a:t>
            </a:r>
          </a:p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Heuristic, Ollama, Groq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280160"/>
            <a:ext cx="24688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3716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  <a:latin typeface="Arial"/>
              </a:defRPr>
            </a:pPr>
            <a:r>
              <a:t>120+</a:t>
            </a:r>
          </a:p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Curated Blueprints</a:t>
            </a:r>
          </a:p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Ready-to-run automation templates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2468880" cy="2971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21945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Tier 1: Infrastructure &amp; Compute</a:t>
            </a:r>
          </a:p>
          <a:p>
            <a:pPr>
              <a:spcAft>
                <a:spcPts val="10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$1,500 / month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  <a:latin typeface="Arial"/>
              </a:defRPr>
            </a:pPr>
            <a:r>
              <a:t>• Funds global edge database clusters and community Groq LPU quota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  <a:latin typeface="Arial"/>
              </a:defRPr>
            </a:pPr>
            <a:r>
              <a:t>• Featured logo in application header and GitHub hero banner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  <a:latin typeface="Arial"/>
              </a:defRPr>
            </a:pPr>
            <a:r>
              <a:t>• Prominent sponsor listing across shadowflow.work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  <a:latin typeface="Arial"/>
              </a:defRPr>
            </a:pPr>
            <a:r>
              <a:t>• Direct advisory channel for platform roadmap priority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560320"/>
            <a:ext cx="2468880" cy="2971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697480"/>
            <a:ext cx="21945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Tier 2: Node Ecosystem &amp; Integration</a:t>
            </a:r>
          </a:p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$750 / month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  <a:latin typeface="Arial"/>
              </a:defRPr>
            </a:pPr>
            <a:r>
              <a:t>• Co-develop verified integration connectors (CRM, payments, databases)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  <a:latin typeface="Arial"/>
              </a:defRPr>
            </a:pPr>
            <a:r>
              <a:t>• Dedicated partner blueprint showcase in Template Hub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  <a:latin typeface="Arial"/>
              </a:defRPr>
            </a:pPr>
            <a:r>
              <a:t>• Featured highlight in release notes and documentation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  <a:latin typeface="Arial"/>
              </a:defRPr>
            </a:pPr>
            <a:r>
              <a:t>• Co-branded technical case study and tutorial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560320"/>
            <a:ext cx="2468880" cy="2971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697480"/>
            <a:ext cx="21945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Tier 3: Open-Source Backer</a:t>
            </a:r>
          </a:p>
          <a:p>
            <a:pPr>
              <a:spcAft>
                <a:spcPts val="1000"/>
              </a:spcAft>
              <a:defRPr sz="1400" b="1">
                <a:solidFill>
                  <a:srgbClr val="A855F7"/>
                </a:solidFill>
                <a:latin typeface="Arial"/>
              </a:defRPr>
            </a:pPr>
            <a:r>
              <a:t>$250 / month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  <a:latin typeface="Arial"/>
              </a:defRPr>
            </a:pPr>
            <a:r>
              <a:t>• Funds developer bounties, security audits, and Graphify memory modules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  <a:latin typeface="Arial"/>
              </a:defRPr>
            </a:pPr>
            <a:r>
              <a:t>• Logo in GitHub README sponsors section and documentation footer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  <a:latin typeface="Arial"/>
              </a:defRPr>
            </a:pPr>
            <a:r>
              <a:t>• Early access preview builds and quarterly ecosystem report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  <a:latin typeface="Arial"/>
              </a:defRPr>
            </a:pPr>
            <a:r>
              <a:t>• Direct attribution on open-source repositories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715000"/>
            <a:ext cx="10698480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77900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Arial"/>
              </a:defRPr>
            </a:pPr>
            <a:r>
              <a:t>Partnership Inquiries: sponsor@shadowflow.work  |  Technical Support: support@shadowflow.work  |  GitHub: github.com/muhdfaisalwork-gif/shadowflow</a:t>
            </a:r>
          </a:p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Production Platform: https://shadowflow.work  •  Founder &amp; Lead Architect: Muhd Faisal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